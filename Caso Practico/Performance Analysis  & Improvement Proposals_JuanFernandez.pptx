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7" r:id="rId7"/>
    <p:sldId id="262" r:id="rId8"/>
    <p:sldId id="261" r:id="rId9"/>
    <p:sldId id="263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E57C0E-9368-4DF8-A09A-C3889ACB2340}" v="34" dt="2025-10-21T15:03:00.158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FERNÁNDEZ PRADILLO" userId="218e4ed0-aa9e-4fca-8da6-ae2f29b9a5a4" providerId="ADAL" clId="{4F4896A6-F241-4EF9-9BB4-9552969D48E9}"/>
    <pc:docChg chg="undo redo custSel addSld delSld modSld sldOrd">
      <pc:chgData name="Juan FERNÁNDEZ PRADILLO" userId="218e4ed0-aa9e-4fca-8da6-ae2f29b9a5a4" providerId="ADAL" clId="{4F4896A6-F241-4EF9-9BB4-9552969D48E9}" dt="2025-10-21T15:03:00.157" v="702" actId="1076"/>
      <pc:docMkLst>
        <pc:docMk/>
      </pc:docMkLst>
      <pc:sldChg chg="addSp delSp modSp new mod setBg addAnim">
        <pc:chgData name="Juan FERNÁNDEZ PRADILLO" userId="218e4ed0-aa9e-4fca-8da6-ae2f29b9a5a4" providerId="ADAL" clId="{4F4896A6-F241-4EF9-9BB4-9552969D48E9}" dt="2025-10-19T15:57:30.492" v="520" actId="1076"/>
        <pc:sldMkLst>
          <pc:docMk/>
          <pc:sldMk cId="2053907206" sldId="256"/>
        </pc:sldMkLst>
        <pc:spChg chg="mod">
          <ac:chgData name="Juan FERNÁNDEZ PRADILLO" userId="218e4ed0-aa9e-4fca-8da6-ae2f29b9a5a4" providerId="ADAL" clId="{4F4896A6-F241-4EF9-9BB4-9552969D48E9}" dt="2025-10-19T09:21:45.621" v="195" actId="26606"/>
          <ac:spMkLst>
            <pc:docMk/>
            <pc:sldMk cId="2053907206" sldId="256"/>
            <ac:spMk id="2" creationId="{A5F872D5-D2B0-90DC-4F58-AE2ABFFF90C9}"/>
          </ac:spMkLst>
        </pc:spChg>
        <pc:spChg chg="add mod">
          <ac:chgData name="Juan FERNÁNDEZ PRADILLO" userId="218e4ed0-aa9e-4fca-8da6-ae2f29b9a5a4" providerId="ADAL" clId="{4F4896A6-F241-4EF9-9BB4-9552969D48E9}" dt="2025-10-19T15:57:30.492" v="520" actId="1076"/>
          <ac:spMkLst>
            <pc:docMk/>
            <pc:sldMk cId="2053907206" sldId="256"/>
            <ac:spMk id="5" creationId="{80091A1F-C5AA-462D-9C20-2E55D2F698AE}"/>
          </ac:spMkLst>
        </pc:spChg>
        <pc:spChg chg="add">
          <ac:chgData name="Juan FERNÁNDEZ PRADILLO" userId="218e4ed0-aa9e-4fca-8da6-ae2f29b9a5a4" providerId="ADAL" clId="{4F4896A6-F241-4EF9-9BB4-9552969D48E9}" dt="2025-10-19T09:21:45.621" v="195" actId="26606"/>
          <ac:spMkLst>
            <pc:docMk/>
            <pc:sldMk cId="2053907206" sldId="256"/>
            <ac:spMk id="7" creationId="{6F5A5072-7B47-4D32-B52A-4EBBF590B8A5}"/>
          </ac:spMkLst>
        </pc:spChg>
        <pc:spChg chg="add">
          <ac:chgData name="Juan FERNÁNDEZ PRADILLO" userId="218e4ed0-aa9e-4fca-8da6-ae2f29b9a5a4" providerId="ADAL" clId="{4F4896A6-F241-4EF9-9BB4-9552969D48E9}" dt="2025-10-19T09:21:45.621" v="195" actId="26606"/>
          <ac:spMkLst>
            <pc:docMk/>
            <pc:sldMk cId="2053907206" sldId="256"/>
            <ac:spMk id="9" creationId="{9715DAF0-AE1B-46C9-8A6B-DB2AA05AB91D}"/>
          </ac:spMkLst>
        </pc:spChg>
        <pc:spChg chg="add">
          <ac:chgData name="Juan FERNÁNDEZ PRADILLO" userId="218e4ed0-aa9e-4fca-8da6-ae2f29b9a5a4" providerId="ADAL" clId="{4F4896A6-F241-4EF9-9BB4-9552969D48E9}" dt="2025-10-19T09:21:45.621" v="195" actId="26606"/>
          <ac:spMkLst>
            <pc:docMk/>
            <pc:sldMk cId="2053907206" sldId="256"/>
            <ac:spMk id="11" creationId="{6016219D-510E-4184-9090-6D5578A87BD1}"/>
          </ac:spMkLst>
        </pc:spChg>
        <pc:spChg chg="add">
          <ac:chgData name="Juan FERNÁNDEZ PRADILLO" userId="218e4ed0-aa9e-4fca-8da6-ae2f29b9a5a4" providerId="ADAL" clId="{4F4896A6-F241-4EF9-9BB4-9552969D48E9}" dt="2025-10-19T09:21:45.621" v="195" actId="26606"/>
          <ac:spMkLst>
            <pc:docMk/>
            <pc:sldMk cId="2053907206" sldId="256"/>
            <ac:spMk id="13" creationId="{AFF4A713-7B75-4B21-90D7-5AB19547C728}"/>
          </ac:spMkLst>
        </pc:spChg>
        <pc:spChg chg="add">
          <ac:chgData name="Juan FERNÁNDEZ PRADILLO" userId="218e4ed0-aa9e-4fca-8da6-ae2f29b9a5a4" providerId="ADAL" clId="{4F4896A6-F241-4EF9-9BB4-9552969D48E9}" dt="2025-10-19T09:21:45.621" v="195" actId="26606"/>
          <ac:spMkLst>
            <pc:docMk/>
            <pc:sldMk cId="2053907206" sldId="256"/>
            <ac:spMk id="15" creationId="{DC631C0B-6DA6-4E57-8231-CE32B3434A7E}"/>
          </ac:spMkLst>
        </pc:spChg>
        <pc:spChg chg="add">
          <ac:chgData name="Juan FERNÁNDEZ PRADILLO" userId="218e4ed0-aa9e-4fca-8da6-ae2f29b9a5a4" providerId="ADAL" clId="{4F4896A6-F241-4EF9-9BB4-9552969D48E9}" dt="2025-10-19T09:21:45.621" v="195" actId="26606"/>
          <ac:spMkLst>
            <pc:docMk/>
            <pc:sldMk cId="2053907206" sldId="256"/>
            <ac:spMk id="17" creationId="{C29501E6-A978-4A61-9689-9085AF97A53A}"/>
          </ac:spMkLst>
        </pc:spChg>
      </pc:sldChg>
      <pc:sldChg chg="addSp delSp modSp new mod setBg">
        <pc:chgData name="Juan FERNÁNDEZ PRADILLO" userId="218e4ed0-aa9e-4fca-8da6-ae2f29b9a5a4" providerId="ADAL" clId="{4F4896A6-F241-4EF9-9BB4-9552969D48E9}" dt="2025-10-19T15:57:51.769" v="526" actId="207"/>
        <pc:sldMkLst>
          <pc:docMk/>
          <pc:sldMk cId="1527467830" sldId="257"/>
        </pc:sldMkLst>
        <pc:spChg chg="mod">
          <ac:chgData name="Juan FERNÁNDEZ PRADILLO" userId="218e4ed0-aa9e-4fca-8da6-ae2f29b9a5a4" providerId="ADAL" clId="{4F4896A6-F241-4EF9-9BB4-9552969D48E9}" dt="2025-10-19T15:10:41.091" v="328" actId="27636"/>
          <ac:spMkLst>
            <pc:docMk/>
            <pc:sldMk cId="1527467830" sldId="257"/>
            <ac:spMk id="2" creationId="{BC9C096C-97E3-8528-74D0-F52F5E656A7D}"/>
          </ac:spMkLst>
        </pc:spChg>
        <pc:spChg chg="add">
          <ac:chgData name="Juan FERNÁNDEZ PRADILLO" userId="218e4ed0-aa9e-4fca-8da6-ae2f29b9a5a4" providerId="ADAL" clId="{4F4896A6-F241-4EF9-9BB4-9552969D48E9}" dt="2025-10-19T09:21:55.681" v="197" actId="26606"/>
          <ac:spMkLst>
            <pc:docMk/>
            <pc:sldMk cId="1527467830" sldId="257"/>
            <ac:spMk id="11" creationId="{3346177D-ADC4-4968-B747-5CFCD390B5B9}"/>
          </ac:spMkLst>
        </pc:spChg>
        <pc:spChg chg="add">
          <ac:chgData name="Juan FERNÁNDEZ PRADILLO" userId="218e4ed0-aa9e-4fca-8da6-ae2f29b9a5a4" providerId="ADAL" clId="{4F4896A6-F241-4EF9-9BB4-9552969D48E9}" dt="2025-10-19T09:21:55.681" v="197" actId="26606"/>
          <ac:spMkLst>
            <pc:docMk/>
            <pc:sldMk cId="1527467830" sldId="257"/>
            <ac:spMk id="13" creationId="{0844A943-BF79-4FEA-ABB1-3BD54D236606}"/>
          </ac:spMkLst>
        </pc:spChg>
        <pc:spChg chg="add">
          <ac:chgData name="Juan FERNÁNDEZ PRADILLO" userId="218e4ed0-aa9e-4fca-8da6-ae2f29b9a5a4" providerId="ADAL" clId="{4F4896A6-F241-4EF9-9BB4-9552969D48E9}" dt="2025-10-19T09:21:55.681" v="197" actId="26606"/>
          <ac:spMkLst>
            <pc:docMk/>
            <pc:sldMk cId="1527467830" sldId="257"/>
            <ac:spMk id="15" creationId="{6437CC72-F4A8-4DC3-AFAB-D22C482C8100}"/>
          </ac:spMkLst>
        </pc:spChg>
        <pc:spChg chg="add mod">
          <ac:chgData name="Juan FERNÁNDEZ PRADILLO" userId="218e4ed0-aa9e-4fca-8da6-ae2f29b9a5a4" providerId="ADAL" clId="{4F4896A6-F241-4EF9-9BB4-9552969D48E9}" dt="2025-10-19T15:57:51.769" v="526" actId="207"/>
          <ac:spMkLst>
            <pc:docMk/>
            <pc:sldMk cId="1527467830" sldId="257"/>
            <ac:spMk id="19" creationId="{DBD69028-4DA3-B23F-668D-066A7830870A}"/>
          </ac:spMkLst>
        </pc:spChg>
        <pc:graphicFrameChg chg="add del mod ord modGraphic">
          <ac:chgData name="Juan FERNÁNDEZ PRADILLO" userId="218e4ed0-aa9e-4fca-8da6-ae2f29b9a5a4" providerId="ADAL" clId="{4F4896A6-F241-4EF9-9BB4-9552969D48E9}" dt="2025-10-19T15:27:05.759" v="490" actId="1076"/>
          <ac:graphicFrameMkLst>
            <pc:docMk/>
            <pc:sldMk cId="1527467830" sldId="257"/>
            <ac:graphicFrameMk id="4" creationId="{B433D02A-B90D-436C-8893-89A25D3C0299}"/>
          </ac:graphicFrameMkLst>
        </pc:graphicFrameChg>
        <pc:picChg chg="add mod">
          <ac:chgData name="Juan FERNÁNDEZ PRADILLO" userId="218e4ed0-aa9e-4fca-8da6-ae2f29b9a5a4" providerId="ADAL" clId="{4F4896A6-F241-4EF9-9BB4-9552969D48E9}" dt="2025-10-19T14:37:44.042" v="266" actId="1076"/>
          <ac:picMkLst>
            <pc:docMk/>
            <pc:sldMk cId="1527467830" sldId="257"/>
            <ac:picMk id="8" creationId="{ABE7849A-75D5-936C-B0B4-5C1B433888DC}"/>
          </ac:picMkLst>
        </pc:picChg>
        <pc:picChg chg="add del mod">
          <ac:chgData name="Juan FERNÁNDEZ PRADILLO" userId="218e4ed0-aa9e-4fca-8da6-ae2f29b9a5a4" providerId="ADAL" clId="{4F4896A6-F241-4EF9-9BB4-9552969D48E9}" dt="2025-10-19T15:10:20.123" v="321" actId="478"/>
          <ac:picMkLst>
            <pc:docMk/>
            <pc:sldMk cId="1527467830" sldId="257"/>
            <ac:picMk id="10" creationId="{C631C908-F100-EE24-4917-F2E3DC4D277C}"/>
          </ac:picMkLst>
        </pc:picChg>
      </pc:sldChg>
      <pc:sldChg chg="addSp delSp modSp new mod setBg">
        <pc:chgData name="Juan FERNÁNDEZ PRADILLO" userId="218e4ed0-aa9e-4fca-8da6-ae2f29b9a5a4" providerId="ADAL" clId="{4F4896A6-F241-4EF9-9BB4-9552969D48E9}" dt="2025-10-19T15:57:45.356" v="525" actId="478"/>
        <pc:sldMkLst>
          <pc:docMk/>
          <pc:sldMk cId="2001899537" sldId="258"/>
        </pc:sldMkLst>
        <pc:spChg chg="mod">
          <ac:chgData name="Juan FERNÁNDEZ PRADILLO" userId="218e4ed0-aa9e-4fca-8da6-ae2f29b9a5a4" providerId="ADAL" clId="{4F4896A6-F241-4EF9-9BB4-9552969D48E9}" dt="2025-10-19T09:21:19.580" v="192" actId="26606"/>
          <ac:spMkLst>
            <pc:docMk/>
            <pc:sldMk cId="2001899537" sldId="258"/>
            <ac:spMk id="2" creationId="{EB9156FC-1CB4-510C-F9B2-4B98E52BEDEC}"/>
          </ac:spMkLst>
        </pc:spChg>
        <pc:spChg chg="add mod">
          <ac:chgData name="Juan FERNÁNDEZ PRADILLO" userId="218e4ed0-aa9e-4fca-8da6-ae2f29b9a5a4" providerId="ADAL" clId="{4F4896A6-F241-4EF9-9BB4-9552969D48E9}" dt="2025-10-19T09:21:26.516" v="193" actId="14100"/>
          <ac:spMkLst>
            <pc:docMk/>
            <pc:sldMk cId="2001899537" sldId="258"/>
            <ac:spMk id="5" creationId="{86B4F729-F3F4-8A06-820C-4061B6399A7C}"/>
          </ac:spMkLst>
        </pc:spChg>
        <pc:spChg chg="add">
          <ac:chgData name="Juan FERNÁNDEZ PRADILLO" userId="218e4ed0-aa9e-4fca-8da6-ae2f29b9a5a4" providerId="ADAL" clId="{4F4896A6-F241-4EF9-9BB4-9552969D48E9}" dt="2025-10-19T09:21:19.580" v="192" actId="26606"/>
          <ac:spMkLst>
            <pc:docMk/>
            <pc:sldMk cId="2001899537" sldId="258"/>
            <ac:spMk id="11" creationId="{C0763A76-9F1C-4FC5-82B7-DD475DA461B2}"/>
          </ac:spMkLst>
        </pc:spChg>
        <pc:spChg chg="add">
          <ac:chgData name="Juan FERNÁNDEZ PRADILLO" userId="218e4ed0-aa9e-4fca-8da6-ae2f29b9a5a4" providerId="ADAL" clId="{4F4896A6-F241-4EF9-9BB4-9552969D48E9}" dt="2025-10-19T09:21:19.580" v="192" actId="26606"/>
          <ac:spMkLst>
            <pc:docMk/>
            <pc:sldMk cId="2001899537" sldId="258"/>
            <ac:spMk id="13" creationId="{E81BF4F6-F2CF-4984-9D14-D6966D92F99F}"/>
          </ac:spMkLst>
        </pc:spChg>
        <pc:picChg chg="add">
          <ac:chgData name="Juan FERNÁNDEZ PRADILLO" userId="218e4ed0-aa9e-4fca-8da6-ae2f29b9a5a4" providerId="ADAL" clId="{4F4896A6-F241-4EF9-9BB4-9552969D48E9}" dt="2025-10-19T09:21:19.580" v="192" actId="26606"/>
          <ac:picMkLst>
            <pc:docMk/>
            <pc:sldMk cId="2001899537" sldId="258"/>
            <ac:picMk id="7" creationId="{9871DCDF-8B7F-AB4E-FDC4-E19BA9911E7F}"/>
          </ac:picMkLst>
        </pc:picChg>
      </pc:sldChg>
      <pc:sldChg chg="addSp delSp modSp add mod">
        <pc:chgData name="Juan FERNÁNDEZ PRADILLO" userId="218e4ed0-aa9e-4fca-8da6-ae2f29b9a5a4" providerId="ADAL" clId="{4F4896A6-F241-4EF9-9BB4-9552969D48E9}" dt="2025-10-19T15:57:55.761" v="527" actId="207"/>
        <pc:sldMkLst>
          <pc:docMk/>
          <pc:sldMk cId="3445998653" sldId="259"/>
        </pc:sldMkLst>
        <pc:spChg chg="mod">
          <ac:chgData name="Juan FERNÁNDEZ PRADILLO" userId="218e4ed0-aa9e-4fca-8da6-ae2f29b9a5a4" providerId="ADAL" clId="{4F4896A6-F241-4EF9-9BB4-9552969D48E9}" dt="2025-10-19T15:10:44.335" v="331" actId="27636"/>
          <ac:spMkLst>
            <pc:docMk/>
            <pc:sldMk cId="3445998653" sldId="259"/>
            <ac:spMk id="2" creationId="{C66E17E5-9E0A-8D6A-EAE1-D9A6138A10B5}"/>
          </ac:spMkLst>
        </pc:spChg>
        <pc:spChg chg="mod">
          <ac:chgData name="Juan FERNÁNDEZ PRADILLO" userId="218e4ed0-aa9e-4fca-8da6-ae2f29b9a5a4" providerId="ADAL" clId="{4F4896A6-F241-4EF9-9BB4-9552969D48E9}" dt="2025-10-19T15:01:50.498" v="309" actId="1076"/>
          <ac:spMkLst>
            <pc:docMk/>
            <pc:sldMk cId="3445998653" sldId="259"/>
            <ac:spMk id="6" creationId="{A4107D62-5CF0-D29D-449C-C09B1E21F27F}"/>
          </ac:spMkLst>
        </pc:spChg>
        <pc:spChg chg="add mod">
          <ac:chgData name="Juan FERNÁNDEZ PRADILLO" userId="218e4ed0-aa9e-4fca-8da6-ae2f29b9a5a4" providerId="ADAL" clId="{4F4896A6-F241-4EF9-9BB4-9552969D48E9}" dt="2025-10-19T15:01:54.180" v="310" actId="1076"/>
          <ac:spMkLst>
            <pc:docMk/>
            <pc:sldMk cId="3445998653" sldId="259"/>
            <ac:spMk id="10" creationId="{3F59C2BC-FA61-91D1-B84D-DC5E4439A0D1}"/>
          </ac:spMkLst>
        </pc:spChg>
        <pc:spChg chg="add mod">
          <ac:chgData name="Juan FERNÁNDEZ PRADILLO" userId="218e4ed0-aa9e-4fca-8da6-ae2f29b9a5a4" providerId="ADAL" clId="{4F4896A6-F241-4EF9-9BB4-9552969D48E9}" dt="2025-10-19T15:57:55.761" v="527" actId="207"/>
          <ac:spMkLst>
            <pc:docMk/>
            <pc:sldMk cId="3445998653" sldId="259"/>
            <ac:spMk id="16" creationId="{0187133F-6F95-40A5-B5A7-DB71FD9DBC29}"/>
          </ac:spMkLst>
        </pc:spChg>
        <pc:picChg chg="mod">
          <ac:chgData name="Juan FERNÁNDEZ PRADILLO" userId="218e4ed0-aa9e-4fca-8da6-ae2f29b9a5a4" providerId="ADAL" clId="{4F4896A6-F241-4EF9-9BB4-9552969D48E9}" dt="2025-10-19T15:01:48.473" v="308" actId="1076"/>
          <ac:picMkLst>
            <pc:docMk/>
            <pc:sldMk cId="3445998653" sldId="259"/>
            <ac:picMk id="5" creationId="{3F8E760A-B7A5-9F62-B665-E20290DE0C22}"/>
          </ac:picMkLst>
        </pc:picChg>
        <pc:picChg chg="add mod">
          <ac:chgData name="Juan FERNÁNDEZ PRADILLO" userId="218e4ed0-aa9e-4fca-8da6-ae2f29b9a5a4" providerId="ADAL" clId="{4F4896A6-F241-4EF9-9BB4-9552969D48E9}" dt="2025-10-19T15:01:44.071" v="306" actId="1076"/>
          <ac:picMkLst>
            <pc:docMk/>
            <pc:sldMk cId="3445998653" sldId="259"/>
            <ac:picMk id="7" creationId="{CCD35B4E-6FA2-383A-4B75-A6D68AAA8150}"/>
          </ac:picMkLst>
        </pc:picChg>
      </pc:sldChg>
      <pc:sldChg chg="addSp delSp modSp add mod">
        <pc:chgData name="Juan FERNÁNDEZ PRADILLO" userId="218e4ed0-aa9e-4fca-8da6-ae2f29b9a5a4" providerId="ADAL" clId="{4F4896A6-F241-4EF9-9BB4-9552969D48E9}" dt="2025-10-19T15:57:58.727" v="528" actId="207"/>
        <pc:sldMkLst>
          <pc:docMk/>
          <pc:sldMk cId="1921849598" sldId="260"/>
        </pc:sldMkLst>
        <pc:spChg chg="mod">
          <ac:chgData name="Juan FERNÁNDEZ PRADILLO" userId="218e4ed0-aa9e-4fca-8da6-ae2f29b9a5a4" providerId="ADAL" clId="{4F4896A6-F241-4EF9-9BB4-9552969D48E9}" dt="2025-10-19T15:10:47.312" v="334" actId="27636"/>
          <ac:spMkLst>
            <pc:docMk/>
            <pc:sldMk cId="1921849598" sldId="260"/>
            <ac:spMk id="2" creationId="{498C43CE-3871-4AF1-E401-A1A1A84BAD2A}"/>
          </ac:spMkLst>
        </pc:spChg>
        <pc:spChg chg="add mod">
          <ac:chgData name="Juan FERNÁNDEZ PRADILLO" userId="218e4ed0-aa9e-4fca-8da6-ae2f29b9a5a4" providerId="ADAL" clId="{4F4896A6-F241-4EF9-9BB4-9552969D48E9}" dt="2025-10-19T15:21:24.499" v="458" actId="14100"/>
          <ac:spMkLst>
            <pc:docMk/>
            <pc:sldMk cId="1921849598" sldId="260"/>
            <ac:spMk id="9" creationId="{8C14F584-EDCC-09E0-1576-12AFF6211565}"/>
          </ac:spMkLst>
        </pc:spChg>
        <pc:spChg chg="add mod">
          <ac:chgData name="Juan FERNÁNDEZ PRADILLO" userId="218e4ed0-aa9e-4fca-8da6-ae2f29b9a5a4" providerId="ADAL" clId="{4F4896A6-F241-4EF9-9BB4-9552969D48E9}" dt="2025-10-19T15:57:58.727" v="528" actId="207"/>
          <ac:spMkLst>
            <pc:docMk/>
            <pc:sldMk cId="1921849598" sldId="260"/>
            <ac:spMk id="16" creationId="{0051F080-F67E-A64E-6BA2-43F604E2C4F0}"/>
          </ac:spMkLst>
        </pc:spChg>
        <pc:picChg chg="add mod">
          <ac:chgData name="Juan FERNÁNDEZ PRADILLO" userId="218e4ed0-aa9e-4fca-8da6-ae2f29b9a5a4" providerId="ADAL" clId="{4F4896A6-F241-4EF9-9BB4-9552969D48E9}" dt="2025-10-19T15:11:52.865" v="353" actId="1076"/>
          <ac:picMkLst>
            <pc:docMk/>
            <pc:sldMk cId="1921849598" sldId="260"/>
            <ac:picMk id="14" creationId="{68C108A8-BF36-6E2E-98B0-616C3507EC62}"/>
          </ac:picMkLst>
        </pc:picChg>
      </pc:sldChg>
      <pc:sldChg chg="addSp delSp modSp add mod">
        <pc:chgData name="Juan FERNÁNDEZ PRADILLO" userId="218e4ed0-aa9e-4fca-8da6-ae2f29b9a5a4" providerId="ADAL" clId="{4F4896A6-F241-4EF9-9BB4-9552969D48E9}" dt="2025-10-20T15:57:13.573" v="580" actId="1076"/>
        <pc:sldMkLst>
          <pc:docMk/>
          <pc:sldMk cId="1054583756" sldId="261"/>
        </pc:sldMkLst>
        <pc:spChg chg="mod">
          <ac:chgData name="Juan FERNÁNDEZ PRADILLO" userId="218e4ed0-aa9e-4fca-8da6-ae2f29b9a5a4" providerId="ADAL" clId="{4F4896A6-F241-4EF9-9BB4-9552969D48E9}" dt="2025-10-20T15:55:37.123" v="548" actId="27636"/>
          <ac:spMkLst>
            <pc:docMk/>
            <pc:sldMk cId="1054583756" sldId="261"/>
            <ac:spMk id="2" creationId="{1D3BDB68-BFE8-20A8-2A0A-8A101B1D713A}"/>
          </ac:spMkLst>
        </pc:spChg>
        <pc:spChg chg="del">
          <ac:chgData name="Juan FERNÁNDEZ PRADILLO" userId="218e4ed0-aa9e-4fca-8da6-ae2f29b9a5a4" providerId="ADAL" clId="{4F4896A6-F241-4EF9-9BB4-9552969D48E9}" dt="2025-10-20T15:55:39.824" v="549" actId="478"/>
          <ac:spMkLst>
            <pc:docMk/>
            <pc:sldMk cId="1054583756" sldId="261"/>
            <ac:spMk id="9" creationId="{AEC96E42-DA2F-414F-4ED8-95552270F15A}"/>
          </ac:spMkLst>
        </pc:spChg>
        <pc:picChg chg="add del mod">
          <ac:chgData name="Juan FERNÁNDEZ PRADILLO" userId="218e4ed0-aa9e-4fca-8da6-ae2f29b9a5a4" providerId="ADAL" clId="{4F4896A6-F241-4EF9-9BB4-9552969D48E9}" dt="2025-10-20T15:57:06.908" v="575" actId="478"/>
          <ac:picMkLst>
            <pc:docMk/>
            <pc:sldMk cId="1054583756" sldId="261"/>
            <ac:picMk id="4" creationId="{AA747848-2BCC-2940-B6CA-558069D28B0C}"/>
          </ac:picMkLst>
        </pc:picChg>
        <pc:picChg chg="add mod">
          <ac:chgData name="Juan FERNÁNDEZ PRADILLO" userId="218e4ed0-aa9e-4fca-8da6-ae2f29b9a5a4" providerId="ADAL" clId="{4F4896A6-F241-4EF9-9BB4-9552969D48E9}" dt="2025-10-20T15:57:13.573" v="580" actId="1076"/>
          <ac:picMkLst>
            <pc:docMk/>
            <pc:sldMk cId="1054583756" sldId="261"/>
            <ac:picMk id="6" creationId="{C8BC9A5B-8FDE-D0B6-E7CC-EDABEB25E4B9}"/>
          </ac:picMkLst>
        </pc:picChg>
        <pc:picChg chg="del">
          <ac:chgData name="Juan FERNÁNDEZ PRADILLO" userId="218e4ed0-aa9e-4fca-8da6-ae2f29b9a5a4" providerId="ADAL" clId="{4F4896A6-F241-4EF9-9BB4-9552969D48E9}" dt="2025-10-20T15:55:40.398" v="550" actId="478"/>
          <ac:picMkLst>
            <pc:docMk/>
            <pc:sldMk cId="1054583756" sldId="261"/>
            <ac:picMk id="14" creationId="{848D94F5-C5B7-9E14-AE33-288DE126853B}"/>
          </ac:picMkLst>
        </pc:picChg>
      </pc:sldChg>
      <pc:sldChg chg="delSp modSp add mod ord">
        <pc:chgData name="Juan FERNÁNDEZ PRADILLO" userId="218e4ed0-aa9e-4fca-8da6-ae2f29b9a5a4" providerId="ADAL" clId="{4F4896A6-F241-4EF9-9BB4-9552969D48E9}" dt="2025-10-20T15:57:02.029" v="574"/>
        <pc:sldMkLst>
          <pc:docMk/>
          <pc:sldMk cId="1759009752" sldId="262"/>
        </pc:sldMkLst>
        <pc:picChg chg="mod">
          <ac:chgData name="Juan FERNÁNDEZ PRADILLO" userId="218e4ed0-aa9e-4fca-8da6-ae2f29b9a5a4" providerId="ADAL" clId="{4F4896A6-F241-4EF9-9BB4-9552969D48E9}" dt="2025-10-20T15:56:56.244" v="572" actId="1076"/>
          <ac:picMkLst>
            <pc:docMk/>
            <pc:sldMk cId="1759009752" sldId="262"/>
            <ac:picMk id="4" creationId="{CD1E4EE2-9187-9016-8027-3D3988AF58F5}"/>
          </ac:picMkLst>
        </pc:picChg>
        <pc:picChg chg="del">
          <ac:chgData name="Juan FERNÁNDEZ PRADILLO" userId="218e4ed0-aa9e-4fca-8da6-ae2f29b9a5a4" providerId="ADAL" clId="{4F4896A6-F241-4EF9-9BB4-9552969D48E9}" dt="2025-10-20T15:56:51.884" v="569" actId="478"/>
          <ac:picMkLst>
            <pc:docMk/>
            <pc:sldMk cId="1759009752" sldId="262"/>
            <ac:picMk id="6" creationId="{FB642B4C-3D89-D539-F540-678FE33E400E}"/>
          </ac:picMkLst>
        </pc:picChg>
      </pc:sldChg>
      <pc:sldChg chg="addSp delSp modSp add mod">
        <pc:chgData name="Juan FERNÁNDEZ PRADILLO" userId="218e4ed0-aa9e-4fca-8da6-ae2f29b9a5a4" providerId="ADAL" clId="{4F4896A6-F241-4EF9-9BB4-9552969D48E9}" dt="2025-10-20T16:30:44.032" v="695" actId="1076"/>
        <pc:sldMkLst>
          <pc:docMk/>
          <pc:sldMk cId="733396528" sldId="263"/>
        </pc:sldMkLst>
        <pc:spChg chg="mod">
          <ac:chgData name="Juan FERNÁNDEZ PRADILLO" userId="218e4ed0-aa9e-4fca-8da6-ae2f29b9a5a4" providerId="ADAL" clId="{4F4896A6-F241-4EF9-9BB4-9552969D48E9}" dt="2025-10-20T15:57:39.974" v="594" actId="27636"/>
          <ac:spMkLst>
            <pc:docMk/>
            <pc:sldMk cId="733396528" sldId="263"/>
            <ac:spMk id="2" creationId="{E53971BC-E54B-C284-3C6C-AF57B9E642CB}"/>
          </ac:spMkLst>
        </pc:spChg>
        <pc:spChg chg="add mod">
          <ac:chgData name="Juan FERNÁNDEZ PRADILLO" userId="218e4ed0-aa9e-4fca-8da6-ae2f29b9a5a4" providerId="ADAL" clId="{4F4896A6-F241-4EF9-9BB4-9552969D48E9}" dt="2025-10-20T16:30:44.032" v="695" actId="1076"/>
          <ac:spMkLst>
            <pc:docMk/>
            <pc:sldMk cId="733396528" sldId="263"/>
            <ac:spMk id="3" creationId="{6FEF7B9C-E56D-81F6-E666-1363D0866A1B}"/>
          </ac:spMkLst>
        </pc:spChg>
        <pc:spChg chg="add del mod">
          <ac:chgData name="Juan FERNÁNDEZ PRADILLO" userId="218e4ed0-aa9e-4fca-8da6-ae2f29b9a5a4" providerId="ADAL" clId="{4F4896A6-F241-4EF9-9BB4-9552969D48E9}" dt="2025-10-20T16:13:49.343" v="603" actId="478"/>
          <ac:spMkLst>
            <pc:docMk/>
            <pc:sldMk cId="733396528" sldId="263"/>
            <ac:spMk id="5" creationId="{35650D37-3FE7-745A-57C4-1937540FA495}"/>
          </ac:spMkLst>
        </pc:spChg>
        <pc:picChg chg="del">
          <ac:chgData name="Juan FERNÁNDEZ PRADILLO" userId="218e4ed0-aa9e-4fca-8da6-ae2f29b9a5a4" providerId="ADAL" clId="{4F4896A6-F241-4EF9-9BB4-9552969D48E9}" dt="2025-10-20T15:57:41.669" v="595" actId="478"/>
          <ac:picMkLst>
            <pc:docMk/>
            <pc:sldMk cId="733396528" sldId="263"/>
            <ac:picMk id="6" creationId="{BEF2A4C2-B8A6-3C87-0302-EC3FADECF22F}"/>
          </ac:picMkLst>
        </pc:picChg>
      </pc:sldChg>
      <pc:sldChg chg="addSp delSp modSp add del mod setBg delDesignElem">
        <pc:chgData name="Juan FERNÁNDEZ PRADILLO" userId="218e4ed0-aa9e-4fca-8da6-ae2f29b9a5a4" providerId="ADAL" clId="{4F4896A6-F241-4EF9-9BB4-9552969D48E9}" dt="2025-10-20T16:30:32.500" v="694" actId="47"/>
        <pc:sldMkLst>
          <pc:docMk/>
          <pc:sldMk cId="3645119373" sldId="264"/>
        </pc:sldMkLst>
        <pc:spChg chg="mod">
          <ac:chgData name="Juan FERNÁNDEZ PRADILLO" userId="218e4ed0-aa9e-4fca-8da6-ae2f29b9a5a4" providerId="ADAL" clId="{4F4896A6-F241-4EF9-9BB4-9552969D48E9}" dt="2025-10-20T16:20:00.224" v="624" actId="27636"/>
          <ac:spMkLst>
            <pc:docMk/>
            <pc:sldMk cId="3645119373" sldId="264"/>
            <ac:spMk id="2" creationId="{29A33490-B5A4-9D68-11B8-AA7792403532}"/>
          </ac:spMkLst>
        </pc:spChg>
        <pc:spChg chg="del">
          <ac:chgData name="Juan FERNÁNDEZ PRADILLO" userId="218e4ed0-aa9e-4fca-8da6-ae2f29b9a5a4" providerId="ADAL" clId="{4F4896A6-F241-4EF9-9BB4-9552969D48E9}" dt="2025-10-20T16:20:48.216" v="625" actId="478"/>
          <ac:spMkLst>
            <pc:docMk/>
            <pc:sldMk cId="3645119373" sldId="264"/>
            <ac:spMk id="9" creationId="{B2FA6C80-C27D-029E-153F-8BF5127507B3}"/>
          </ac:spMkLst>
        </pc:spChg>
        <pc:spChg chg="del">
          <ac:chgData name="Juan FERNÁNDEZ PRADILLO" userId="218e4ed0-aa9e-4fca-8da6-ae2f29b9a5a4" providerId="ADAL" clId="{4F4896A6-F241-4EF9-9BB4-9552969D48E9}" dt="2025-10-20T16:19:44.342" v="619"/>
          <ac:spMkLst>
            <pc:docMk/>
            <pc:sldMk cId="3645119373" sldId="264"/>
            <ac:spMk id="11" creationId="{8388D11F-3E85-B86B-BE1F-801F40252C23}"/>
          </ac:spMkLst>
        </pc:spChg>
        <pc:spChg chg="del">
          <ac:chgData name="Juan FERNÁNDEZ PRADILLO" userId="218e4ed0-aa9e-4fca-8da6-ae2f29b9a5a4" providerId="ADAL" clId="{4F4896A6-F241-4EF9-9BB4-9552969D48E9}" dt="2025-10-20T16:19:44.342" v="619"/>
          <ac:spMkLst>
            <pc:docMk/>
            <pc:sldMk cId="3645119373" sldId="264"/>
            <ac:spMk id="13" creationId="{3ABB8517-CA5C-235A-F414-BF3B13BE42ED}"/>
          </ac:spMkLst>
        </pc:spChg>
        <pc:spChg chg="del">
          <ac:chgData name="Juan FERNÁNDEZ PRADILLO" userId="218e4ed0-aa9e-4fca-8da6-ae2f29b9a5a4" providerId="ADAL" clId="{4F4896A6-F241-4EF9-9BB4-9552969D48E9}" dt="2025-10-20T16:19:44.342" v="619"/>
          <ac:spMkLst>
            <pc:docMk/>
            <pc:sldMk cId="3645119373" sldId="264"/>
            <ac:spMk id="15" creationId="{A5F9B44C-B662-45C5-111B-F0652F02C71E}"/>
          </ac:spMkLst>
        </pc:spChg>
        <pc:graphicFrameChg chg="add mod modGraphic">
          <ac:chgData name="Juan FERNÁNDEZ PRADILLO" userId="218e4ed0-aa9e-4fca-8da6-ae2f29b9a5a4" providerId="ADAL" clId="{4F4896A6-F241-4EF9-9BB4-9552969D48E9}" dt="2025-10-20T16:21:14.895" v="633" actId="2165"/>
          <ac:graphicFrameMkLst>
            <pc:docMk/>
            <pc:sldMk cId="3645119373" sldId="264"/>
            <ac:graphicFrameMk id="3" creationId="{88B8D82C-511B-922B-EA09-EB751C1A79A7}"/>
          </ac:graphicFrameMkLst>
        </pc:graphicFrameChg>
        <pc:picChg chg="del">
          <ac:chgData name="Juan FERNÁNDEZ PRADILLO" userId="218e4ed0-aa9e-4fca-8da6-ae2f29b9a5a4" providerId="ADAL" clId="{4F4896A6-F241-4EF9-9BB4-9552969D48E9}" dt="2025-10-20T16:20:48.758" v="626" actId="478"/>
          <ac:picMkLst>
            <pc:docMk/>
            <pc:sldMk cId="3645119373" sldId="264"/>
            <ac:picMk id="14" creationId="{59E864F9-63B5-F619-EEFA-BFB11CEF1EEA}"/>
          </ac:picMkLst>
        </pc:picChg>
      </pc:sldChg>
      <pc:sldChg chg="addSp delSp modSp add del mod setBg delDesignElem">
        <pc:chgData name="Juan FERNÁNDEZ PRADILLO" userId="218e4ed0-aa9e-4fca-8da6-ae2f29b9a5a4" providerId="ADAL" clId="{4F4896A6-F241-4EF9-9BB4-9552969D48E9}" dt="2025-10-20T16:30:29.055" v="693" actId="47"/>
        <pc:sldMkLst>
          <pc:docMk/>
          <pc:sldMk cId="2636243456" sldId="265"/>
        </pc:sldMkLst>
        <pc:spChg chg="mod">
          <ac:chgData name="Juan FERNÁNDEZ PRADILLO" userId="218e4ed0-aa9e-4fca-8da6-ae2f29b9a5a4" providerId="ADAL" clId="{4F4896A6-F241-4EF9-9BB4-9552969D48E9}" dt="2025-10-20T16:29:57.945" v="690" actId="255"/>
          <ac:spMkLst>
            <pc:docMk/>
            <pc:sldMk cId="2636243456" sldId="265"/>
            <ac:spMk id="2" creationId="{24284883-5631-AFC3-0C5D-035C2D3D5A00}"/>
          </ac:spMkLst>
        </pc:spChg>
        <pc:spChg chg="add del">
          <ac:chgData name="Juan FERNÁNDEZ PRADILLO" userId="218e4ed0-aa9e-4fca-8da6-ae2f29b9a5a4" providerId="ADAL" clId="{4F4896A6-F241-4EF9-9BB4-9552969D48E9}" dt="2025-10-20T16:21:42.098" v="641" actId="22"/>
          <ac:spMkLst>
            <pc:docMk/>
            <pc:sldMk cId="2636243456" sldId="265"/>
            <ac:spMk id="4" creationId="{5BB900B8-A006-32B9-F292-330F7700A42D}"/>
          </ac:spMkLst>
        </pc:spChg>
        <pc:spChg chg="add">
          <ac:chgData name="Juan FERNÁNDEZ PRADILLO" userId="218e4ed0-aa9e-4fca-8da6-ae2f29b9a5a4" providerId="ADAL" clId="{4F4896A6-F241-4EF9-9BB4-9552969D48E9}" dt="2025-10-20T16:27:55.633" v="656"/>
          <ac:spMkLst>
            <pc:docMk/>
            <pc:sldMk cId="2636243456" sldId="265"/>
            <ac:spMk id="7" creationId="{E94159F9-B092-50E3-1046-2B7DC0AA1750}"/>
          </ac:spMkLst>
        </pc:spChg>
        <pc:spChg chg="del">
          <ac:chgData name="Juan FERNÁNDEZ PRADILLO" userId="218e4ed0-aa9e-4fca-8da6-ae2f29b9a5a4" providerId="ADAL" clId="{4F4896A6-F241-4EF9-9BB4-9552969D48E9}" dt="2025-10-20T16:21:36.443" v="638" actId="478"/>
          <ac:spMkLst>
            <pc:docMk/>
            <pc:sldMk cId="2636243456" sldId="265"/>
            <ac:spMk id="9" creationId="{843F1A89-94BF-41FF-51CE-C7ACB294D515}"/>
          </ac:spMkLst>
        </pc:spChg>
        <pc:spChg chg="add del">
          <ac:chgData name="Juan FERNÁNDEZ PRADILLO" userId="218e4ed0-aa9e-4fca-8da6-ae2f29b9a5a4" providerId="ADAL" clId="{4F4896A6-F241-4EF9-9BB4-9552969D48E9}" dt="2025-10-20T16:28:00.875" v="658" actId="22"/>
          <ac:spMkLst>
            <pc:docMk/>
            <pc:sldMk cId="2636243456" sldId="265"/>
            <ac:spMk id="10" creationId="{BA539982-E47F-4949-01E3-4C9F5B132A5F}"/>
          </ac:spMkLst>
        </pc:spChg>
        <pc:spChg chg="del">
          <ac:chgData name="Juan FERNÁNDEZ PRADILLO" userId="218e4ed0-aa9e-4fca-8da6-ae2f29b9a5a4" providerId="ADAL" clId="{4F4896A6-F241-4EF9-9BB4-9552969D48E9}" dt="2025-10-20T16:21:23.144" v="635"/>
          <ac:spMkLst>
            <pc:docMk/>
            <pc:sldMk cId="2636243456" sldId="265"/>
            <ac:spMk id="11" creationId="{A4E5E710-E8B8-CF32-13C2-9E7A772E98E2}"/>
          </ac:spMkLst>
        </pc:spChg>
        <pc:spChg chg="add mod">
          <ac:chgData name="Juan FERNÁNDEZ PRADILLO" userId="218e4ed0-aa9e-4fca-8da6-ae2f29b9a5a4" providerId="ADAL" clId="{4F4896A6-F241-4EF9-9BB4-9552969D48E9}" dt="2025-10-20T16:29:53.034" v="689" actId="255"/>
          <ac:spMkLst>
            <pc:docMk/>
            <pc:sldMk cId="2636243456" sldId="265"/>
            <ac:spMk id="12" creationId="{CE807870-D0A6-8863-DC87-93E38EF6D132}"/>
          </ac:spMkLst>
        </pc:spChg>
        <pc:spChg chg="del">
          <ac:chgData name="Juan FERNÁNDEZ PRADILLO" userId="218e4ed0-aa9e-4fca-8da6-ae2f29b9a5a4" providerId="ADAL" clId="{4F4896A6-F241-4EF9-9BB4-9552969D48E9}" dt="2025-10-20T16:21:23.144" v="635"/>
          <ac:spMkLst>
            <pc:docMk/>
            <pc:sldMk cId="2636243456" sldId="265"/>
            <ac:spMk id="13" creationId="{469CB9D3-C3D8-28A7-CEBB-B6D620CCBB74}"/>
          </ac:spMkLst>
        </pc:spChg>
        <pc:spChg chg="del">
          <ac:chgData name="Juan FERNÁNDEZ PRADILLO" userId="218e4ed0-aa9e-4fca-8da6-ae2f29b9a5a4" providerId="ADAL" clId="{4F4896A6-F241-4EF9-9BB4-9552969D48E9}" dt="2025-10-20T16:21:23.144" v="635"/>
          <ac:spMkLst>
            <pc:docMk/>
            <pc:sldMk cId="2636243456" sldId="265"/>
            <ac:spMk id="15" creationId="{178B9E5D-AB16-2484-31C5-02B6873EFF25}"/>
          </ac:spMkLst>
        </pc:spChg>
        <pc:spChg chg="add mod">
          <ac:chgData name="Juan FERNÁNDEZ PRADILLO" userId="218e4ed0-aa9e-4fca-8da6-ae2f29b9a5a4" providerId="ADAL" clId="{4F4896A6-F241-4EF9-9BB4-9552969D48E9}" dt="2025-10-20T16:29:39.714" v="688" actId="1076"/>
          <ac:spMkLst>
            <pc:docMk/>
            <pc:sldMk cId="2636243456" sldId="265"/>
            <ac:spMk id="17" creationId="{B7D64C0D-3121-2BED-7392-27134873395B}"/>
          </ac:spMkLst>
        </pc:spChg>
        <pc:graphicFrameChg chg="add mod modGraphic">
          <ac:chgData name="Juan FERNÁNDEZ PRADILLO" userId="218e4ed0-aa9e-4fca-8da6-ae2f29b9a5a4" providerId="ADAL" clId="{4F4896A6-F241-4EF9-9BB4-9552969D48E9}" dt="2025-10-20T16:28:16.502" v="663" actId="1076"/>
          <ac:graphicFrameMkLst>
            <pc:docMk/>
            <pc:sldMk cId="2636243456" sldId="265"/>
            <ac:graphicFrameMk id="5" creationId="{15C6969E-DB93-678E-88C9-1A19227E4ED8}"/>
          </ac:graphicFrameMkLst>
        </pc:graphicFrameChg>
        <pc:graphicFrameChg chg="add del mod modGraphic">
          <ac:chgData name="Juan FERNÁNDEZ PRADILLO" userId="218e4ed0-aa9e-4fca-8da6-ae2f29b9a5a4" providerId="ADAL" clId="{4F4896A6-F241-4EF9-9BB4-9552969D48E9}" dt="2025-10-20T16:22:39.677" v="650" actId="478"/>
          <ac:graphicFrameMkLst>
            <pc:docMk/>
            <pc:sldMk cId="2636243456" sldId="265"/>
            <ac:graphicFrameMk id="6" creationId="{DB2415D6-81A0-4505-C06A-5C326D7A5BD9}"/>
          </ac:graphicFrameMkLst>
        </pc:graphicFrameChg>
        <pc:picChg chg="del">
          <ac:chgData name="Juan FERNÁNDEZ PRADILLO" userId="218e4ed0-aa9e-4fca-8da6-ae2f29b9a5a4" providerId="ADAL" clId="{4F4896A6-F241-4EF9-9BB4-9552969D48E9}" dt="2025-10-20T16:21:36.824" v="639" actId="478"/>
          <ac:picMkLst>
            <pc:docMk/>
            <pc:sldMk cId="2636243456" sldId="265"/>
            <ac:picMk id="14" creationId="{0BB59927-2CD9-9BEB-2AEF-77600D2FBCE7}"/>
          </ac:picMkLst>
        </pc:picChg>
      </pc:sldChg>
      <pc:sldChg chg="delSp add del setBg delDesignElem">
        <pc:chgData name="Juan FERNÁNDEZ PRADILLO" userId="218e4ed0-aa9e-4fca-8da6-ae2f29b9a5a4" providerId="ADAL" clId="{4F4896A6-F241-4EF9-9BB4-9552969D48E9}" dt="2025-10-20T16:28:33.230" v="670" actId="47"/>
        <pc:sldMkLst>
          <pc:docMk/>
          <pc:sldMk cId="1506229090" sldId="266"/>
        </pc:sldMkLst>
        <pc:spChg chg="del">
          <ac:chgData name="Juan FERNÁNDEZ PRADILLO" userId="218e4ed0-aa9e-4fca-8da6-ae2f29b9a5a4" providerId="ADAL" clId="{4F4896A6-F241-4EF9-9BB4-9552969D48E9}" dt="2025-10-20T16:28:25.444" v="668"/>
          <ac:spMkLst>
            <pc:docMk/>
            <pc:sldMk cId="1506229090" sldId="266"/>
            <ac:spMk id="11" creationId="{E149EEF5-28B5-C50D-50CF-28B760244388}"/>
          </ac:spMkLst>
        </pc:spChg>
        <pc:spChg chg="del">
          <ac:chgData name="Juan FERNÁNDEZ PRADILLO" userId="218e4ed0-aa9e-4fca-8da6-ae2f29b9a5a4" providerId="ADAL" clId="{4F4896A6-F241-4EF9-9BB4-9552969D48E9}" dt="2025-10-20T16:28:25.444" v="668"/>
          <ac:spMkLst>
            <pc:docMk/>
            <pc:sldMk cId="1506229090" sldId="266"/>
            <ac:spMk id="13" creationId="{AE7309F3-447C-D374-C123-AC4BCBBAC492}"/>
          </ac:spMkLst>
        </pc:spChg>
        <pc:spChg chg="del">
          <ac:chgData name="Juan FERNÁNDEZ PRADILLO" userId="218e4ed0-aa9e-4fca-8da6-ae2f29b9a5a4" providerId="ADAL" clId="{4F4896A6-F241-4EF9-9BB4-9552969D48E9}" dt="2025-10-20T16:28:25.444" v="668"/>
          <ac:spMkLst>
            <pc:docMk/>
            <pc:sldMk cId="1506229090" sldId="266"/>
            <ac:spMk id="15" creationId="{BDFA9858-FDCF-A85B-3FE3-59B6FD12D8F6}"/>
          </ac:spMkLst>
        </pc:spChg>
      </pc:sldChg>
      <pc:sldChg chg="addSp delSp modSp add mod">
        <pc:chgData name="Juan FERNÁNDEZ PRADILLO" userId="218e4ed0-aa9e-4fca-8da6-ae2f29b9a5a4" providerId="ADAL" clId="{4F4896A6-F241-4EF9-9BB4-9552969D48E9}" dt="2025-10-21T15:03:00.157" v="702" actId="1076"/>
        <pc:sldMkLst>
          <pc:docMk/>
          <pc:sldMk cId="1476209271" sldId="267"/>
        </pc:sldMkLst>
        <pc:spChg chg="mod">
          <ac:chgData name="Juan FERNÁNDEZ PRADILLO" userId="218e4ed0-aa9e-4fca-8da6-ae2f29b9a5a4" providerId="ADAL" clId="{4F4896A6-F241-4EF9-9BB4-9552969D48E9}" dt="2025-10-20T16:28:49.204" v="676" actId="27636"/>
          <ac:spMkLst>
            <pc:docMk/>
            <pc:sldMk cId="1476209271" sldId="267"/>
            <ac:spMk id="2" creationId="{A7CF6743-9030-47D0-4A17-297B8BF35904}"/>
          </ac:spMkLst>
        </pc:spChg>
        <pc:spChg chg="add mod">
          <ac:chgData name="Juan FERNÁNDEZ PRADILLO" userId="218e4ed0-aa9e-4fca-8da6-ae2f29b9a5a4" providerId="ADAL" clId="{4F4896A6-F241-4EF9-9BB4-9552969D48E9}" dt="2025-10-20T16:29:05.735" v="680"/>
          <ac:spMkLst>
            <pc:docMk/>
            <pc:sldMk cId="1476209271" sldId="267"/>
            <ac:spMk id="4" creationId="{3756A64F-51EA-A592-5243-1A963074903F}"/>
          </ac:spMkLst>
        </pc:spChg>
        <pc:spChg chg="add mod">
          <ac:chgData name="Juan FERNÁNDEZ PRADILLO" userId="218e4ed0-aa9e-4fca-8da6-ae2f29b9a5a4" providerId="ADAL" clId="{4F4896A6-F241-4EF9-9BB4-9552969D48E9}" dt="2025-10-21T15:03:00.157" v="702" actId="1076"/>
          <ac:spMkLst>
            <pc:docMk/>
            <pc:sldMk cId="1476209271" sldId="267"/>
            <ac:spMk id="5" creationId="{9513C68F-D0D2-5684-38BC-C92B8CE72970}"/>
          </ac:spMkLst>
        </pc:spChg>
        <pc:spChg chg="del mod">
          <ac:chgData name="Juan FERNÁNDEZ PRADILLO" userId="218e4ed0-aa9e-4fca-8da6-ae2f29b9a5a4" providerId="ADAL" clId="{4F4896A6-F241-4EF9-9BB4-9552969D48E9}" dt="2025-10-20T16:28:38.355" v="672" actId="478"/>
          <ac:spMkLst>
            <pc:docMk/>
            <pc:sldMk cId="1476209271" sldId="267"/>
            <ac:spMk id="9" creationId="{BFF76D50-B5E3-9996-BAC9-EFBCB5994937}"/>
          </ac:spMkLst>
        </pc:spChg>
        <pc:graphicFrameChg chg="add mod">
          <ac:chgData name="Juan FERNÁNDEZ PRADILLO" userId="218e4ed0-aa9e-4fca-8da6-ae2f29b9a5a4" providerId="ADAL" clId="{4F4896A6-F241-4EF9-9BB4-9552969D48E9}" dt="2025-10-20T16:28:52.071" v="677"/>
          <ac:graphicFrameMkLst>
            <pc:docMk/>
            <pc:sldMk cId="1476209271" sldId="267"/>
            <ac:graphicFrameMk id="3" creationId="{38D07A22-AF14-15FF-77CE-C22EB2FEC03C}"/>
          </ac:graphicFrameMkLst>
        </pc:graphicFrameChg>
        <pc:picChg chg="del">
          <ac:chgData name="Juan FERNÁNDEZ PRADILLO" userId="218e4ed0-aa9e-4fca-8da6-ae2f29b9a5a4" providerId="ADAL" clId="{4F4896A6-F241-4EF9-9BB4-9552969D48E9}" dt="2025-10-20T16:28:38.818" v="673" actId="478"/>
          <ac:picMkLst>
            <pc:docMk/>
            <pc:sldMk cId="1476209271" sldId="267"/>
            <ac:picMk id="14" creationId="{596E2059-5ED6-DE77-27A6-6E58497DC68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F98A74-76C7-A012-C9FB-DCA16B91EE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C80CC4-95C0-39C2-9083-C09F0F401B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9AAD7C-395A-F4CD-E3D4-BF657ABC7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A01E5-74EF-4271-9CC0-23EB2E5E9DDB}" type="datetimeFigureOut">
              <a:rPr lang="es-ES" smtClean="0"/>
              <a:t>21/10/2025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43FACA-7F8D-0DCD-CB2A-6187499B8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336453-7F71-C34D-D595-51DFBE582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5312-D5DB-432F-86A5-C080481715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1403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E6CA6F-BEFF-70F5-2497-B109D7532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8AD44D-CDA8-32A9-105F-2FA04BFC5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CD2474-6CBB-8594-3E81-874E995EB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A01E5-74EF-4271-9CC0-23EB2E5E9DDB}" type="datetimeFigureOut">
              <a:rPr lang="es-ES" smtClean="0"/>
              <a:t>21/10/2025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022404-7509-A8B5-607B-32767C182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E19120-560C-67AE-4AC0-D734637F5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5312-D5DB-432F-86A5-C080481715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9509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13A873-2748-55C5-CC48-E7D88A6B0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4BE7D53-F2EB-38C8-384C-A7979D084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53A94D-16B7-7146-BFB9-2815A500D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A01E5-74EF-4271-9CC0-23EB2E5E9DDB}" type="datetimeFigureOut">
              <a:rPr lang="es-ES" smtClean="0"/>
              <a:t>21/10/2025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1220EC-34C4-BEA6-12A4-C45FF170C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0140E1-4448-3F70-13E5-216511FF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5312-D5DB-432F-86A5-C080481715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8427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B35B05-493A-EF45-1351-B47828791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BCADB8-F59D-3321-AB3F-397F8FE706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8FE7480-38C7-12F3-F599-CD7855E5F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BE615B-8E9A-4E54-4CCD-7E1A17253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A01E5-74EF-4271-9CC0-23EB2E5E9DDB}" type="datetimeFigureOut">
              <a:rPr lang="es-ES" smtClean="0"/>
              <a:t>21/10/2025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D262B43-6E9D-2D69-FFB0-73CDBDBA4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9CAF33A-5C18-64D8-DACC-606708B02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5312-D5DB-432F-86A5-C080481715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5485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E88917-AE44-165F-E3E1-0D131122D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D920534-D315-9C78-C0A2-BAD34E75C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494AB8C-F382-92B2-5A98-CBC67F56F7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D2020F8-E535-7F86-EB0A-D93935F6E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A99CE98-9A90-F889-9720-F6984E3DCA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FD15381-6ACD-C128-770A-9D6821B05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A01E5-74EF-4271-9CC0-23EB2E5E9DDB}" type="datetimeFigureOut">
              <a:rPr lang="es-ES" smtClean="0"/>
              <a:t>21/10/2025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04BF09C-DABB-2F77-35CA-971F4B455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F08FB1F-8685-E4DA-0B5F-EFDFB5C2D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5312-D5DB-432F-86A5-C080481715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1965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D354D1-E881-4D79-CC59-D61A4C231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186CB45-8B3D-E2D4-A0BD-29E2A2587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A01E5-74EF-4271-9CC0-23EB2E5E9DDB}" type="datetimeFigureOut">
              <a:rPr lang="es-ES" smtClean="0"/>
              <a:t>21/10/2025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7082518-E197-F1F0-2AB7-AD3C2213A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CB66956-686C-8386-2B8D-841F72629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5312-D5DB-432F-86A5-C080481715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2471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8999ABA-F17A-11ED-769A-BB7DE6C1B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A01E5-74EF-4271-9CC0-23EB2E5E9DDB}" type="datetimeFigureOut">
              <a:rPr lang="es-ES" smtClean="0"/>
              <a:t>21/10/2025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1AF4CC5-7850-3EAD-1020-A0E13E2AA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A3FBC9-CE72-513D-EF7C-0FA323207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5312-D5DB-432F-86A5-C080481715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4493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0776E8-34A7-B652-7E1D-4F0C71C16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30F148-3923-8096-B196-ACF746AE2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C6C0745-C029-D3F0-27C1-492C0098F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C3FD2BA-1816-10A6-A576-F0BF15378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A01E5-74EF-4271-9CC0-23EB2E5E9DDB}" type="datetimeFigureOut">
              <a:rPr lang="es-ES" smtClean="0"/>
              <a:t>21/10/2025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B1A79-157E-5451-AD4A-9C8FC99B1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C93E51C-880E-13E6-1D91-D2451D606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5312-D5DB-432F-86A5-C080481715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0181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B85C7C-1419-FF4F-3C4B-1D3886D80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9D4620F-AFF9-C757-2126-AE601CF56D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B8C16C5-9AF1-4349-47E5-D49C9693C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4CC6D1-2EE0-C5FF-9206-756C5436E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A01E5-74EF-4271-9CC0-23EB2E5E9DDB}" type="datetimeFigureOut">
              <a:rPr lang="es-ES" smtClean="0"/>
              <a:t>21/10/2025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DC8C0A4-FB65-B734-3B84-BA25E7528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4DDA74-E313-302D-ED29-EA5910F69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5312-D5DB-432F-86A5-C080481715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4037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C95BFB-E136-9BD9-F504-38BE4D1F0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53760B-667D-D460-7694-7BD5252FD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E7EC05-687E-3088-C673-DA051941C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A01E5-74EF-4271-9CC0-23EB2E5E9DDB}" type="datetimeFigureOut">
              <a:rPr lang="es-ES" smtClean="0"/>
              <a:t>21/10/2025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0AF227-2F26-83D8-93D4-64DA0D23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CA28AE-CDA2-3E5F-F396-0763A3353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5312-D5DB-432F-86A5-C080481715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0396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BBACB0-E1C6-7202-E89A-46E794741B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D1F3E39-EE8F-3F69-CF96-B310F30311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0EA775-EC87-9A24-AB05-D523980AF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A01E5-74EF-4271-9CC0-23EB2E5E9DDB}" type="datetimeFigureOut">
              <a:rPr lang="es-ES" smtClean="0"/>
              <a:t>21/10/2025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B20A7F-264E-998A-A509-F2D55E71D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37ACAD-11E6-6667-A118-C4F83774D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5312-D5DB-432F-86A5-C080481715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1669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BDDE98E-94CC-6103-24D7-BAB47DE99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58FDE7-C7DC-802B-4184-6801F20FB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2DECE5-596A-AAF7-842B-A3B969D8DB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7A01E5-74EF-4271-9CC0-23EB2E5E9DDB}" type="datetimeFigureOut">
              <a:rPr lang="es-ES" smtClean="0"/>
              <a:t>21/10/2025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86BA66-51E4-21D4-A529-0B2045ADD2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FDADDE-11DF-D53A-4F9F-113D0CE779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555312-D5DB-432F-86A5-C080481715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1776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F872D5-D2B0-90DC-4F58-AE2ABFFF90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b="1">
                <a:solidFill>
                  <a:srgbClr val="FFFFFF"/>
                </a:solidFill>
              </a:rPr>
              <a:t>Performance Analysis  &amp; Improvement Proposals</a:t>
            </a:r>
            <a:endParaRPr lang="es-ES" sz="4800">
              <a:solidFill>
                <a:srgbClr val="FFFFFF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0091A1F-C5AA-462D-9C20-2E55D2F698AE}"/>
              </a:ext>
            </a:extLst>
          </p:cNvPr>
          <p:cNvSpPr txBox="1"/>
          <p:nvPr/>
        </p:nvSpPr>
        <p:spPr>
          <a:xfrm>
            <a:off x="9579429" y="6389913"/>
            <a:ext cx="275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Juan Fernandez Pradillo</a:t>
            </a:r>
          </a:p>
        </p:txBody>
      </p:sp>
    </p:spTree>
    <p:extLst>
      <p:ext uri="{BB962C8B-B14F-4D97-AF65-F5344CB8AC3E}">
        <p14:creationId xmlns:p14="http://schemas.microsoft.com/office/powerpoint/2010/main" val="2053907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B9156FC-1CB4-510C-F9B2-4B98E52BE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dirty="0"/>
              <a:t>Wind Farm Performance Overview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6B4F729-F3F4-8A06-820C-4061B6399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802" y="2743200"/>
            <a:ext cx="5072941" cy="36131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s-ES" sz="2000" b="1" i="0" u="none" strike="noStrike" cap="none" normalizeH="0" baseline="0" dirty="0">
                <a:ln>
                  <a:noFill/>
                </a:ln>
                <a:effectLst/>
              </a:rPr>
              <a:t>Total Energy Produced:</a:t>
            </a:r>
            <a:r>
              <a:rPr kumimoji="0" lang="en-US" altLang="es-ES" sz="2000" b="0" i="0" u="none" strike="noStrike" cap="none" normalizeH="0" baseline="0" dirty="0">
                <a:ln>
                  <a:noFill/>
                </a:ln>
                <a:effectLst/>
              </a:rPr>
              <a:t> 39.5 GWh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s-ES" sz="2000" b="1" i="0" u="none" strike="noStrike" cap="none" normalizeH="0" baseline="0" dirty="0">
                <a:ln>
                  <a:noFill/>
                </a:ln>
                <a:effectLst/>
              </a:rPr>
              <a:t>Energy Lost due to Stoppages:</a:t>
            </a:r>
            <a:r>
              <a:rPr kumimoji="0" lang="en-US" altLang="es-ES" sz="2000" b="0" i="0" u="none" strike="noStrike" cap="none" normalizeH="0" baseline="0" dirty="0">
                <a:ln>
                  <a:noFill/>
                </a:ln>
                <a:effectLst/>
              </a:rPr>
              <a:t> 1.23 GWh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s-ES" sz="2000" b="1" i="0" u="none" strike="noStrike" cap="none" normalizeH="0" baseline="0" dirty="0">
                <a:ln>
                  <a:noFill/>
                </a:ln>
                <a:effectLst/>
              </a:rPr>
              <a:t>Time-Based Availability:</a:t>
            </a:r>
            <a:r>
              <a:rPr kumimoji="0" lang="en-US" altLang="es-ES" sz="2000" b="0" i="0" u="none" strike="noStrike" cap="none" normalizeH="0" baseline="0" dirty="0">
                <a:ln>
                  <a:noFill/>
                </a:ln>
                <a:effectLst/>
              </a:rPr>
              <a:t> 97.5 %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s-ES" sz="2000" b="1" i="0" u="none" strike="noStrike" cap="none" normalizeH="0" baseline="0" dirty="0">
                <a:ln>
                  <a:noFill/>
                </a:ln>
                <a:effectLst/>
              </a:rPr>
              <a:t>Energy-Based Availability:</a:t>
            </a:r>
            <a:r>
              <a:rPr kumimoji="0" lang="en-US" altLang="es-ES" sz="2000" b="0" i="0" u="none" strike="noStrike" cap="none" normalizeH="0" baseline="0" dirty="0">
                <a:ln>
                  <a:noFill/>
                </a:ln>
                <a:effectLst/>
              </a:rPr>
              <a:t> 96.99 %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s-ES" sz="2000" b="1" i="0" u="none" strike="noStrike" cap="none" normalizeH="0" baseline="0" dirty="0">
                <a:ln>
                  <a:noFill/>
                </a:ln>
                <a:effectLst/>
              </a:rPr>
              <a:t>Average Wind Speed:</a:t>
            </a:r>
            <a:r>
              <a:rPr kumimoji="0" lang="en-US" altLang="es-ES" sz="2000" b="0" i="0" u="none" strike="noStrike" cap="none" normalizeH="0" baseline="0" dirty="0">
                <a:ln>
                  <a:noFill/>
                </a:ln>
                <a:effectLst/>
              </a:rPr>
              <a:t> 6.0 m/s</a:t>
            </a:r>
          </a:p>
        </p:txBody>
      </p:sp>
      <p:pic>
        <p:nvPicPr>
          <p:cNvPr id="7" name="Picture 6" descr="Turbinas de viento frente a un cielo azul">
            <a:extLst>
              <a:ext uri="{FF2B5EF4-FFF2-40B4-BE49-F238E27FC236}">
                <a16:creationId xmlns:a16="http://schemas.microsoft.com/office/drawing/2014/main" id="{9871DCDF-8B7F-AB4E-FDC4-E19BA9911E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719" r="14769" b="-1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899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9C096C-97E3-8528-74D0-F52F5E656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149" y="146304"/>
            <a:ext cx="4472723" cy="83763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700" dirty="0"/>
              <a:t>Performance Analysis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B433D02A-B90D-436C-8893-89A25D3C0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705381"/>
              </p:ext>
            </p:extLst>
          </p:nvPr>
        </p:nvGraphicFramePr>
        <p:xfrm>
          <a:off x="581650" y="3551030"/>
          <a:ext cx="6421241" cy="2262126"/>
        </p:xfrm>
        <a:graphic>
          <a:graphicData uri="http://schemas.openxmlformats.org/drawingml/2006/table">
            <a:tbl>
              <a:tblPr/>
              <a:tblGrid>
                <a:gridCol w="1115043">
                  <a:extLst>
                    <a:ext uri="{9D8B030D-6E8A-4147-A177-3AD203B41FA5}">
                      <a16:colId xmlns:a16="http://schemas.microsoft.com/office/drawing/2014/main" val="4275967355"/>
                    </a:ext>
                  </a:extLst>
                </a:gridCol>
                <a:gridCol w="5306198">
                  <a:extLst>
                    <a:ext uri="{9D8B030D-6E8A-4147-A177-3AD203B41FA5}">
                      <a16:colId xmlns:a16="http://schemas.microsoft.com/office/drawing/2014/main" val="194626416"/>
                    </a:ext>
                  </a:extLst>
                </a:gridCol>
              </a:tblGrid>
              <a:tr h="257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/>
                        <a:t>Turbine</a:t>
                      </a:r>
                    </a:p>
                  </a:txBody>
                  <a:tcPr marL="56483" marR="56483" marT="28242" marB="28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dirty="0" err="1"/>
                        <a:t>Observation</a:t>
                      </a:r>
                      <a:endParaRPr lang="es-ES" sz="1100" dirty="0"/>
                    </a:p>
                  </a:txBody>
                  <a:tcPr marL="56483" marR="56483" marT="28242" marB="28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117926"/>
                  </a:ext>
                </a:extLst>
              </a:tr>
              <a:tr h="6094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1" dirty="0"/>
                        <a:t>T05-T09–T10</a:t>
                      </a:r>
                      <a:endParaRPr lang="es-ES" sz="1100" dirty="0"/>
                    </a:p>
                    <a:p>
                      <a:pPr>
                        <a:buNone/>
                      </a:pPr>
                      <a:endParaRPr lang="es-ES" sz="1100" dirty="0"/>
                    </a:p>
                  </a:txBody>
                  <a:tcPr marL="56483" marR="56483" marT="28242" marB="28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Show slightly lower availability due to extended stoppages early in the year (March–April), which also explains their relatively reduced energy output compared to turbines with similar wind exposure</a:t>
                      </a:r>
                      <a:endParaRPr lang="en-US" sz="1100" b="0" dirty="0"/>
                    </a:p>
                  </a:txBody>
                  <a:tcPr marL="56483" marR="56483" marT="28242" marB="28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4419526"/>
                  </a:ext>
                </a:extLst>
              </a:tr>
              <a:tr h="7852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="1" dirty="0"/>
                        <a:t>T06–T17</a:t>
                      </a:r>
                      <a:endParaRPr lang="es-ES" sz="1100" dirty="0"/>
                    </a:p>
                  </a:txBody>
                  <a:tcPr marL="56483" marR="56483" marT="28242" marB="28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the top performers, combining strong availability (&gt;97%) with high energy yield, closely following the OEM power curve.</a:t>
                      </a:r>
                    </a:p>
                  </a:txBody>
                  <a:tcPr marL="56483" marR="56483" marT="28242" marB="28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26140"/>
                  </a:ext>
                </a:extLst>
              </a:tr>
              <a:tr h="609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="1"/>
                        <a:t>T11</a:t>
                      </a:r>
                      <a:endParaRPr lang="es-ES" sz="1100"/>
                    </a:p>
                  </a:txBody>
                  <a:tcPr marL="56483" marR="56483" marT="28242" marB="28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Lower average wind (≈ 5.2 m/s) but excellent Energy-Based Availability (99.2 %), showing stable operation at low resource.</a:t>
                      </a:r>
                    </a:p>
                  </a:txBody>
                  <a:tcPr marL="56483" marR="56483" marT="28242" marB="282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260692"/>
                  </a:ext>
                </a:extLst>
              </a:tr>
            </a:tbl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ABE7849A-75D5-936C-B0B4-5C1B43388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56" y="1229526"/>
            <a:ext cx="6320693" cy="228177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631C908-F100-EE24-4917-F2E3DC4D2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3420" y="1426464"/>
            <a:ext cx="4568051" cy="3778320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DBD69028-4DA3-B23F-668D-066A7830870A}"/>
              </a:ext>
            </a:extLst>
          </p:cNvPr>
          <p:cNvSpPr txBox="1"/>
          <p:nvPr/>
        </p:nvSpPr>
        <p:spPr>
          <a:xfrm>
            <a:off x="9579429" y="6389913"/>
            <a:ext cx="275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Juan Fernandez Pradillo</a:t>
            </a:r>
          </a:p>
        </p:txBody>
      </p:sp>
    </p:spTree>
    <p:extLst>
      <p:ext uri="{BB962C8B-B14F-4D97-AF65-F5344CB8AC3E}">
        <p14:creationId xmlns:p14="http://schemas.microsoft.com/office/powerpoint/2010/main" val="1527467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60F1EF-F892-9DC7-0A98-04083624A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D07BF0A-479B-B032-17A2-3CD1EF3B8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6E17E5-9E0A-8D6A-EAE1-D9A6138A1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149" y="146304"/>
            <a:ext cx="4472723" cy="83763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700" dirty="0"/>
              <a:t>Performance Analysis 2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4107D62-5CF0-D29D-449C-C09B1E21F27F}"/>
              </a:ext>
            </a:extLst>
          </p:cNvPr>
          <p:cNvSpPr txBox="1"/>
          <p:nvPr/>
        </p:nvSpPr>
        <p:spPr>
          <a:xfrm>
            <a:off x="910698" y="4779042"/>
            <a:ext cx="6255803" cy="9551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Most turbines closely follow the </a:t>
            </a:r>
            <a:r>
              <a:rPr lang="en-US" sz="2000" b="1" dirty="0"/>
              <a:t>expected OEM curve (V90-2 MW)</a:t>
            </a:r>
            <a:r>
              <a:rPr lang="en-US" sz="2000" dirty="0"/>
              <a:t> up to 12 m/s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03A5B9-155D-EE71-0E13-1DADFA8C0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D81F73-DD30-8F00-8B42-5CE54A239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F8E760A-B7A5-9F62-B665-E20290DE0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024" y="2866063"/>
            <a:ext cx="4197526" cy="295249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CD35B4E-6FA2-383A-4B75-A6D68AAA8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149" y="1221910"/>
            <a:ext cx="7298650" cy="297489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3F59C2BC-FA61-91D1-B84D-DC5E4439A0D1}"/>
              </a:ext>
            </a:extLst>
          </p:cNvPr>
          <p:cNvSpPr txBox="1"/>
          <p:nvPr/>
        </p:nvSpPr>
        <p:spPr>
          <a:xfrm>
            <a:off x="6006299" y="672932"/>
            <a:ext cx="6094476" cy="1091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The monthly breakdown of </a:t>
            </a:r>
            <a:r>
              <a:rPr lang="en-US" sz="1800" b="1" dirty="0"/>
              <a:t>Energy Lost due to Stoppages (MWh)</a:t>
            </a:r>
            <a:r>
              <a:rPr lang="en-US" sz="1800" dirty="0"/>
              <a:t> shows a clear concentration of downtime events during </a:t>
            </a:r>
            <a:r>
              <a:rPr lang="en-US" sz="1800" b="1" dirty="0"/>
              <a:t>March 2023</a:t>
            </a:r>
            <a:r>
              <a:rPr lang="en-US" sz="1800" dirty="0"/>
              <a:t>, when most turbines recorded significant production losses.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187133F-6F95-40A5-B5A7-DB71FD9DBC29}"/>
              </a:ext>
            </a:extLst>
          </p:cNvPr>
          <p:cNvSpPr txBox="1"/>
          <p:nvPr/>
        </p:nvSpPr>
        <p:spPr>
          <a:xfrm>
            <a:off x="9579429" y="6389913"/>
            <a:ext cx="275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Juan Fernandez Pradillo</a:t>
            </a:r>
          </a:p>
        </p:txBody>
      </p:sp>
    </p:spTree>
    <p:extLst>
      <p:ext uri="{BB962C8B-B14F-4D97-AF65-F5344CB8AC3E}">
        <p14:creationId xmlns:p14="http://schemas.microsoft.com/office/powerpoint/2010/main" val="3445998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8C2DB-FFAC-7879-0C25-39492CB29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E32945F-7911-2C9B-AA60-361C8184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98C43CE-3871-4AF1-E401-A1A1A84BA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149" y="146304"/>
            <a:ext cx="4472723" cy="83763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700" dirty="0"/>
              <a:t>Performance Analysis 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C8962B-36FD-B351-A1CA-14EE9C0C4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015087-2A0A-1E69-7E36-47D0D1520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C14F584-EDCC-09E0-1576-12AFF6211565}"/>
              </a:ext>
            </a:extLst>
          </p:cNvPr>
          <p:cNvSpPr txBox="1"/>
          <p:nvPr/>
        </p:nvSpPr>
        <p:spPr>
          <a:xfrm>
            <a:off x="218149" y="1735973"/>
            <a:ext cx="6710266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lang="es-ES" dirty="0"/>
              <a:t>Turbine Performance </a:t>
            </a:r>
            <a:r>
              <a:rPr lang="es-ES" dirty="0" err="1"/>
              <a:t>Summary</a:t>
            </a:r>
            <a:r>
              <a:rPr lang="es-ES" dirty="0"/>
              <a:t>:</a:t>
            </a:r>
            <a:br>
              <a:rPr lang="es-ES" dirty="0"/>
            </a:br>
            <a:r>
              <a:rPr lang="es-ES" dirty="0"/>
              <a:t>• T04 – </a:t>
            </a:r>
            <a:r>
              <a:rPr lang="es-ES" dirty="0" err="1"/>
              <a:t>Stable</a:t>
            </a:r>
            <a:r>
              <a:rPr lang="es-ES" dirty="0"/>
              <a:t> and </a:t>
            </a:r>
            <a:r>
              <a:rPr lang="es-ES" dirty="0" err="1"/>
              <a:t>close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OEM curve, </a:t>
            </a:r>
            <a:r>
              <a:rPr lang="es-ES" dirty="0" err="1"/>
              <a:t>reference</a:t>
            </a:r>
            <a:r>
              <a:rPr lang="es-ES" dirty="0"/>
              <a:t> turbine.</a:t>
            </a:r>
            <a:br>
              <a:rPr lang="es-ES" dirty="0"/>
            </a:br>
            <a:r>
              <a:rPr lang="es-ES" dirty="0"/>
              <a:t>• T05 – </a:t>
            </a:r>
            <a:r>
              <a:rPr lang="es-ES" dirty="0" err="1"/>
              <a:t>Major</a:t>
            </a:r>
            <a:r>
              <a:rPr lang="es-ES" dirty="0"/>
              <a:t> shutdown in March (268 </a:t>
            </a:r>
            <a:r>
              <a:rPr lang="es-ES" dirty="0" err="1"/>
              <a:t>MWh</a:t>
            </a:r>
            <a:r>
              <a:rPr lang="es-ES" dirty="0"/>
              <a:t> </a:t>
            </a:r>
            <a:r>
              <a:rPr lang="es-ES" dirty="0" err="1"/>
              <a:t>loss</a:t>
            </a:r>
            <a:r>
              <a:rPr lang="es-ES" dirty="0"/>
              <a:t>), </a:t>
            </a:r>
            <a:r>
              <a:rPr lang="es-ES" dirty="0" err="1"/>
              <a:t>low</a:t>
            </a:r>
            <a:r>
              <a:rPr lang="es-ES" dirty="0"/>
              <a:t> </a:t>
            </a:r>
            <a:r>
              <a:rPr lang="es-ES" dirty="0" err="1"/>
              <a:t>availability</a:t>
            </a:r>
            <a:r>
              <a:rPr lang="es-ES" dirty="0"/>
              <a:t> (93%), </a:t>
            </a:r>
            <a:r>
              <a:rPr lang="es-ES" dirty="0" err="1"/>
              <a:t>its</a:t>
            </a:r>
            <a:r>
              <a:rPr lang="es-ES" dirty="0"/>
              <a:t> follo 1,8 MW OME curve.</a:t>
            </a:r>
            <a:br>
              <a:rPr lang="es-ES" dirty="0"/>
            </a:br>
            <a:r>
              <a:rPr lang="es-ES" dirty="0"/>
              <a:t>• T06 – </a:t>
            </a:r>
            <a:r>
              <a:rPr lang="es-ES" dirty="0" err="1"/>
              <a:t>Best</a:t>
            </a:r>
            <a:r>
              <a:rPr lang="es-ES" dirty="0"/>
              <a:t> </a:t>
            </a:r>
            <a:r>
              <a:rPr lang="es-ES" dirty="0" err="1"/>
              <a:t>performer</a:t>
            </a:r>
            <a:r>
              <a:rPr lang="es-ES" dirty="0"/>
              <a:t> (5.1 GWh), </a:t>
            </a:r>
            <a:r>
              <a:rPr lang="es-ES" dirty="0" err="1"/>
              <a:t>excellent</a:t>
            </a:r>
            <a:r>
              <a:rPr lang="es-ES" dirty="0"/>
              <a:t> </a:t>
            </a:r>
            <a:r>
              <a:rPr lang="es-ES" dirty="0" err="1"/>
              <a:t>alignment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OEM curve.</a:t>
            </a:r>
            <a:br>
              <a:rPr lang="es-ES" dirty="0"/>
            </a:br>
            <a:r>
              <a:rPr lang="es-ES" dirty="0"/>
              <a:t>• T07 – </a:t>
            </a:r>
            <a:r>
              <a:rPr lang="en-US" dirty="0"/>
              <a:t>At higher speeds (above 16 m/s), it still tracks the OEM closely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• T08 – Normal </a:t>
            </a:r>
            <a:r>
              <a:rPr lang="es-ES" dirty="0" err="1"/>
              <a:t>behavior</a:t>
            </a:r>
            <a:r>
              <a:rPr lang="es-ES" dirty="0"/>
              <a:t>, </a:t>
            </a:r>
            <a:r>
              <a:rPr lang="es-ES" dirty="0" err="1"/>
              <a:t>small</a:t>
            </a:r>
            <a:r>
              <a:rPr lang="es-ES" dirty="0"/>
              <a:t> </a:t>
            </a:r>
            <a:r>
              <a:rPr lang="es-ES" dirty="0" err="1"/>
              <a:t>deviations</a:t>
            </a:r>
            <a:r>
              <a:rPr lang="es-ES" dirty="0"/>
              <a:t> at </a:t>
            </a:r>
            <a:r>
              <a:rPr lang="es-ES" dirty="0" err="1"/>
              <a:t>high</a:t>
            </a:r>
            <a:r>
              <a:rPr lang="es-ES" dirty="0"/>
              <a:t> </a:t>
            </a:r>
            <a:r>
              <a:rPr lang="es-ES" dirty="0" err="1"/>
              <a:t>winds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• T09 – April shutdown (96 </a:t>
            </a:r>
            <a:r>
              <a:rPr lang="es-ES" dirty="0" err="1"/>
              <a:t>MWh</a:t>
            </a:r>
            <a:r>
              <a:rPr lang="es-ES" dirty="0"/>
              <a:t>). </a:t>
            </a:r>
            <a:r>
              <a:rPr lang="en-US" dirty="0"/>
              <a:t>Above 12–14 m/s: clear underperformance vs. OEM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• T10 – March </a:t>
            </a:r>
            <a:r>
              <a:rPr lang="es-ES" dirty="0" err="1"/>
              <a:t>outage</a:t>
            </a:r>
            <a:r>
              <a:rPr lang="es-ES" dirty="0"/>
              <a:t> (123 </a:t>
            </a:r>
            <a:r>
              <a:rPr lang="es-ES" dirty="0" err="1"/>
              <a:t>MWh</a:t>
            </a:r>
            <a:r>
              <a:rPr lang="es-ES" dirty="0"/>
              <a:t>), </a:t>
            </a:r>
            <a:r>
              <a:rPr lang="en-US" dirty="0"/>
              <a:t>Above 19 m/s: clear underperformance vs. OEM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• T11 – High </a:t>
            </a:r>
            <a:r>
              <a:rPr lang="es-ES" dirty="0" err="1"/>
              <a:t>availability</a:t>
            </a:r>
            <a:r>
              <a:rPr lang="es-ES" dirty="0"/>
              <a:t> (99%), </a:t>
            </a:r>
            <a:r>
              <a:rPr lang="es-ES" dirty="0" err="1"/>
              <a:t>low</a:t>
            </a:r>
            <a:r>
              <a:rPr lang="es-ES" dirty="0"/>
              <a:t> </a:t>
            </a:r>
            <a:r>
              <a:rPr lang="es-ES" dirty="0" err="1"/>
              <a:t>wind</a:t>
            </a:r>
            <a:r>
              <a:rPr lang="es-ES" dirty="0"/>
              <a:t> site </a:t>
            </a:r>
            <a:r>
              <a:rPr lang="es-ES" dirty="0" err="1"/>
              <a:t>but</a:t>
            </a:r>
            <a:r>
              <a:rPr lang="es-ES" dirty="0"/>
              <a:t> </a:t>
            </a:r>
            <a:r>
              <a:rPr lang="es-ES" dirty="0" err="1"/>
              <a:t>efficient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• T12 – </a:t>
            </a:r>
            <a:r>
              <a:rPr lang="es-ES" dirty="0" err="1"/>
              <a:t>Slightly</a:t>
            </a:r>
            <a:r>
              <a:rPr lang="es-ES" dirty="0"/>
              <a:t> </a:t>
            </a:r>
            <a:r>
              <a:rPr lang="es-ES" dirty="0" err="1"/>
              <a:t>lower</a:t>
            </a:r>
            <a:r>
              <a:rPr lang="es-ES" dirty="0"/>
              <a:t> </a:t>
            </a:r>
            <a:r>
              <a:rPr lang="es-ES" dirty="0" err="1"/>
              <a:t>winds</a:t>
            </a:r>
            <a:r>
              <a:rPr lang="es-ES" dirty="0"/>
              <a:t>, normal curve, </a:t>
            </a:r>
            <a:r>
              <a:rPr lang="es-ES" dirty="0" err="1"/>
              <a:t>minor</a:t>
            </a:r>
            <a:r>
              <a:rPr lang="es-ES" dirty="0"/>
              <a:t> </a:t>
            </a:r>
            <a:r>
              <a:rPr lang="es-ES" dirty="0" err="1"/>
              <a:t>November</a:t>
            </a:r>
            <a:r>
              <a:rPr lang="es-ES" dirty="0"/>
              <a:t> </a:t>
            </a:r>
            <a:r>
              <a:rPr lang="es-ES" dirty="0" err="1"/>
              <a:t>downtime</a:t>
            </a:r>
            <a:r>
              <a:rPr lang="es-ES" dirty="0"/>
              <a:t>.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68C108A8-BF36-6E2E-98B0-616C3507E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8415" y="1153884"/>
            <a:ext cx="4785049" cy="4211167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0051F080-F67E-A64E-6BA2-43F604E2C4F0}"/>
              </a:ext>
            </a:extLst>
          </p:cNvPr>
          <p:cNvSpPr txBox="1"/>
          <p:nvPr/>
        </p:nvSpPr>
        <p:spPr>
          <a:xfrm>
            <a:off x="9579429" y="6389913"/>
            <a:ext cx="275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Juan Fernandez Pradillo</a:t>
            </a:r>
          </a:p>
        </p:txBody>
      </p:sp>
    </p:spTree>
    <p:extLst>
      <p:ext uri="{BB962C8B-B14F-4D97-AF65-F5344CB8AC3E}">
        <p14:creationId xmlns:p14="http://schemas.microsoft.com/office/powerpoint/2010/main" val="1921849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709E4B-2C87-E83E-4367-0521F99E7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37D6073-9DB2-B526-AC1A-49AF3987DD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CF6743-9030-47D0-4A17-297B8BF35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149" y="146304"/>
            <a:ext cx="10580915" cy="83763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dirty="0"/>
              <a:t>Further KPIs and Analysis to Improve Monitoring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679DDF-8273-5AA2-92E4-25D3E1DDB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9A9894-3B40-3DDA-DED4-F9CA7B612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9882A3A-EA62-3911-EDE9-08C168955C10}"/>
              </a:ext>
            </a:extLst>
          </p:cNvPr>
          <p:cNvSpPr txBox="1"/>
          <p:nvPr/>
        </p:nvSpPr>
        <p:spPr>
          <a:xfrm>
            <a:off x="9579429" y="6389913"/>
            <a:ext cx="275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Juan Fernandez Pradillo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8D07A22-AF14-15FF-77CE-C22EB2FEC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204304"/>
              </p:ext>
            </p:extLst>
          </p:nvPr>
        </p:nvGraphicFramePr>
        <p:xfrm>
          <a:off x="573024" y="1265786"/>
          <a:ext cx="10515600" cy="26822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88675804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8940953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054880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 i="1" dirty="0"/>
                        <a:t>KPI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 i="1" dirty="0" err="1"/>
                        <a:t>Description</a:t>
                      </a:r>
                      <a:endParaRPr lang="es-ES" sz="1400" b="1" i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 i="1" dirty="0" err="1"/>
                        <a:t>Insight</a:t>
                      </a:r>
                      <a:endParaRPr lang="es-ES" sz="1400" b="1" i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3262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 dirty="0" err="1"/>
                        <a:t>Capacity</a:t>
                      </a:r>
                      <a:r>
                        <a:rPr lang="es-ES" sz="1400" b="1" dirty="0"/>
                        <a:t> Factor (%)</a:t>
                      </a:r>
                      <a:endParaRPr lang="es-E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Energy produced / (Nominal Power × Time)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Overall efficiency of each turbine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0710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/>
                        <a:t>Performance Ratio (PR)</a:t>
                      </a:r>
                      <a:endParaRPr lang="es-E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Actual production vs. expected from OEM curve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Detects aerodynamic or mechanical losses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6719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/>
                        <a:t>Production vs. Wind Direction</a:t>
                      </a:r>
                      <a:endParaRPr lang="es-E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Scatter by direction sectors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Reveals directional underperformance or obstruction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184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 dirty="0"/>
                        <a:t>Power Factor</a:t>
                      </a:r>
                      <a:endParaRPr lang="es-E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Tracks grid compliance and electrical efficiency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Detects curtailment or grid connection issues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597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Mean Time Between Failures (MTBF)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Average time between corrective stoppages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dirty="0" err="1"/>
                        <a:t>Measures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reliability</a:t>
                      </a:r>
                      <a:endParaRPr lang="es-E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522121"/>
                  </a:ext>
                </a:extLst>
              </a:tr>
            </a:tbl>
          </a:graphicData>
        </a:graphic>
      </p:graphicFrame>
      <p:sp>
        <p:nvSpPr>
          <p:cNvPr id="4" name="Título 1">
            <a:extLst>
              <a:ext uri="{FF2B5EF4-FFF2-40B4-BE49-F238E27FC236}">
                <a16:creationId xmlns:a16="http://schemas.microsoft.com/office/drawing/2014/main" id="{3756A64F-51EA-A592-5243-1A963074903F}"/>
              </a:ext>
            </a:extLst>
          </p:cNvPr>
          <p:cNvSpPr txBox="1">
            <a:spLocks/>
          </p:cNvSpPr>
          <p:nvPr/>
        </p:nvSpPr>
        <p:spPr>
          <a:xfrm>
            <a:off x="375556" y="3811058"/>
            <a:ext cx="10580915" cy="8376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700" dirty="0"/>
              <a:t>Additional Data Sources to Integrate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513C68F-D0D2-5684-38BC-C92B8CE7297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17070" y="4921424"/>
            <a:ext cx="1181644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SCADA </a:t>
            </a:r>
            <a:r>
              <a:rPr kumimoji="0" lang="es-ES" altLang="es-E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Alarm</a:t>
            </a:r>
            <a:r>
              <a:rPr kumimoji="0" lang="es-ES" altLang="es-E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Logs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classify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faults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alarm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frequency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duration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Status Codes / </a:t>
            </a:r>
            <a:r>
              <a:rPr kumimoji="0" lang="es-ES" altLang="es-E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Operating</a:t>
            </a:r>
            <a:r>
              <a:rPr kumimoji="0" lang="es-ES" altLang="es-E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Modes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distinguish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between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grid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curtailment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maintenance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stoppages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6209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C84F07-B0D0-F306-4630-FDDFCD4FD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E6FBBC-53B1-B51A-CE7A-FDF309120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52B6F9-DE51-1E72-AFCD-D7387CB26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149" y="146304"/>
            <a:ext cx="4472723" cy="83763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dirty="0"/>
              <a:t>Power BI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23133E-FA44-5373-B59B-00504D8C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2C286D-B169-1455-B42F-CBEBCA3C7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2C76896-8D1B-4BE9-4352-3988A7433AC1}"/>
              </a:ext>
            </a:extLst>
          </p:cNvPr>
          <p:cNvSpPr txBox="1"/>
          <p:nvPr/>
        </p:nvSpPr>
        <p:spPr>
          <a:xfrm>
            <a:off x="9579429" y="6389913"/>
            <a:ext cx="275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Juan Fernandez Pradillo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D1E4EE2-9187-9016-8027-3D3988AF5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720" y="308824"/>
            <a:ext cx="8135074" cy="578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009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D5563D-4FDF-3F9F-4E10-389F8D89A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2CCE5D2-1F35-82B9-A531-973959DD8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D3BDB68-BFE8-20A8-2A0A-8A101B1D7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149" y="146304"/>
            <a:ext cx="4472723" cy="83763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dirty="0"/>
              <a:t>Power BI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DEA8B4-1F09-25A2-478B-8DCD28D8F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7EB4FE-B6B8-648E-691A-DA585B68B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3B1DBCB-CC22-14AB-11A1-C95D97C34980}"/>
              </a:ext>
            </a:extLst>
          </p:cNvPr>
          <p:cNvSpPr txBox="1"/>
          <p:nvPr/>
        </p:nvSpPr>
        <p:spPr>
          <a:xfrm>
            <a:off x="9579429" y="6389913"/>
            <a:ext cx="275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Juan Fernandez Pradillo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8BC9A5B-8FDE-D0B6-E7CC-EDABEB25E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58" y="1497174"/>
            <a:ext cx="10707083" cy="333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583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89DAFD-E6CE-7C7E-BAA0-BE897EDBE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EFCC3EB-B650-8128-CCE6-F575E2E24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53971BC-E54B-C284-3C6C-AF57B9E64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149" y="146304"/>
            <a:ext cx="4472723" cy="83763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dirty="0"/>
              <a:t>Power Query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B3AEA3-6A6E-B345-2781-2D1723714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1CE772-1CBE-1723-ADC1-B46C8C989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CCEC9CB-108F-3C88-29AF-240E3CFF6FA8}"/>
              </a:ext>
            </a:extLst>
          </p:cNvPr>
          <p:cNvSpPr txBox="1"/>
          <p:nvPr/>
        </p:nvSpPr>
        <p:spPr>
          <a:xfrm>
            <a:off x="9579429" y="6389913"/>
            <a:ext cx="275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Juan Fernandez Pradillo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FEF7B9C-E56D-81F6-E666-1363D0866A1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48640" y="1859339"/>
            <a:ext cx="983894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raw data comes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Excel file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10-minute turbine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measurements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turbine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had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separate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Wind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ideal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Power BI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reshape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into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tidy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Timestamp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| Turbine | Power |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WindSpeed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|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Availability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Query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headers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data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Unpivot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dirty="0"/>
              <a:t>— one row per measurement per turbine.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Merge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Power and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Wind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Speed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downtime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periods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3965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587</Words>
  <Application>Microsoft Office PowerPoint</Application>
  <PresentationFormat>Panorámica</PresentationFormat>
  <Paragraphs>62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de Office</vt:lpstr>
      <vt:lpstr>Performance Analysis  &amp; Improvement Proposals</vt:lpstr>
      <vt:lpstr>Wind Farm Performance Overview</vt:lpstr>
      <vt:lpstr>Performance Analysis 1</vt:lpstr>
      <vt:lpstr>Performance Analysis 2</vt:lpstr>
      <vt:lpstr>Performance Analysis 3</vt:lpstr>
      <vt:lpstr>Further KPIs and Analysis to Improve Monitoring</vt:lpstr>
      <vt:lpstr>Power BI</vt:lpstr>
      <vt:lpstr>Power BI</vt:lpstr>
      <vt:lpstr>Power Query</vt:lpstr>
    </vt:vector>
  </TitlesOfParts>
  <Company>SOLARIA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FERNÁNDEZ PRADILLO</dc:creator>
  <cp:lastModifiedBy>Juan FERNÁNDEZ PRADILLO</cp:lastModifiedBy>
  <cp:revision>1</cp:revision>
  <dcterms:created xsi:type="dcterms:W3CDTF">2025-10-19T07:58:32Z</dcterms:created>
  <dcterms:modified xsi:type="dcterms:W3CDTF">2025-10-21T15:03:01Z</dcterms:modified>
</cp:coreProperties>
</file>